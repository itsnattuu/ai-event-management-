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  <p:embeddedFont>
      <p:font typeface="Noto Serif Black"/>
      <p:regular r:id="rId201317"/>
    </p:embeddedFont>
    <p:embeddedFont>
      <p:font typeface="Noto Serif"/>
      <p:regular r:id="rId201318"/>
    </p:embeddedFont>
    <p:embeddedFont>
      <p:font typeface="Noto Serif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3-9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7601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Event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58714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Using n8n and Generative AI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2940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Automating the Complete Event Lifecycle using Workflow Automation and Artificial Intelligence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942606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5119" y="415654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Nayantika Bhattacharya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B.Tech CSE (AI &amp; ML) · KIIT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604019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Challenge of Scaling Events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116657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 participant numbers grow, manual event management becomes unsustainable — introducing errors, delays, and a poor experience for both organizers and attendees.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569318"/>
            <a:ext cx="4722763" cy="2970163"/>
          </a:xfrm>
          <a:prstGeom prst="roundRect">
            <a:avLst>
              <a:gd name="adj" fmla="val 3557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1574081"/>
            <a:ext cx="4713238" cy="1480319"/>
          </a:xfrm>
          <a:custGeom>
            <a:avLst/>
            <a:gdLst/>
            <a:ahLst/>
            <a:cxnLst/>
            <a:rect l="l" t="t" r="r" b="b"/>
            <a:pathLst>
              <a:path w="4713238" h="1480319">
                <a:moveTo>
                  <a:pt x="88051" y="0"/>
                </a:moveTo>
                <a:lnTo>
                  <a:pt x="4625187" y="0"/>
                </a:lnTo>
                <a:arcTo hR="88051" wR="88051" stAng="16200000" swAng="5400000"/>
                <a:lnTo>
                  <a:pt x="4713238" y="1480319"/>
                </a:lnTo>
                <a:lnTo>
                  <a:pt x="0" y="1480319"/>
                </a:lnTo>
                <a:lnTo>
                  <a:pt x="0" y="88051"/>
                </a:lnTo>
                <a:arcTo hR="88051" wR="88051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7" name="Text 4"/>
          <p:cNvSpPr/>
          <p:nvPr/>
        </p:nvSpPr>
        <p:spPr>
          <a:xfrm>
            <a:off x="4047232" y="1691432"/>
            <a:ext cx="4478536" cy="1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Manual Approach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47232" y="1942654"/>
            <a:ext cx="4478536" cy="9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Registration via forms &amp; spreadsheets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Confirmation emails sent by hand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Physical attendance marking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Reminder emails manually drafted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Feedback reviewed one by one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29881" y="3054400"/>
            <a:ext cx="4713238" cy="1480319"/>
          </a:xfrm>
          <a:custGeom>
            <a:avLst/>
            <a:gdLst/>
            <a:ahLst/>
            <a:cxnLst/>
            <a:rect l="l" t="t" r="r" b="b"/>
            <a:pathLst>
              <a:path w="4713238" h="1480319">
                <a:moveTo>
                  <a:pt x="0" y="0"/>
                </a:moveTo>
                <a:lnTo>
                  <a:pt x="4713238" y="0"/>
                </a:lnTo>
                <a:lnTo>
                  <a:pt x="4713238" y="1392268"/>
                </a:lnTo>
                <a:arcTo hR="88051" wR="88051" stAng="0" swAng="5400000"/>
                <a:lnTo>
                  <a:pt x="88051" y="1480319"/>
                </a:lnTo>
                <a:arcTo hR="88051" wR="88051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0" name="Shape 7"/>
          <p:cNvSpPr/>
          <p:nvPr/>
        </p:nvSpPr>
        <p:spPr>
          <a:xfrm>
            <a:off x="3929881" y="3054400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B7D5CA"/>
          </a:solidFill>
          <a:ln/>
        </p:spPr>
      </p:sp>
      <p:sp>
        <p:nvSpPr>
          <p:cNvPr id="11" name="Text 8"/>
          <p:cNvSpPr/>
          <p:nvPr/>
        </p:nvSpPr>
        <p:spPr>
          <a:xfrm>
            <a:off x="4047232" y="3171751"/>
            <a:ext cx="4478536" cy="192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Automated Approach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7232" y="3422972"/>
            <a:ext cx="4478536" cy="9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Form-triggered instant registration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AI-generated personalized emails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QR-based digital check-in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Scheduled smart reminders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sentiment analysis on feedback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17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45977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event management relies on repetitive manual processes that are error-prone, slow, and difficult to scale.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21916"/>
            <a:ext cx="4007197" cy="10604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0895" y="1680493"/>
            <a:ext cx="36138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Human Errors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0895" y="1980902"/>
            <a:ext cx="36138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data entry leads to duplicate records, typos, and missed participants.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0684" y="1521916"/>
            <a:ext cx="4007197" cy="10604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5461" y="1680493"/>
            <a:ext cx="36138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Delayed Communication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75461" y="1980902"/>
            <a:ext cx="36138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Confirmation and reminder emails are sent late or forgotten entirely.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19760"/>
            <a:ext cx="4007197" cy="10604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0895" y="2878336"/>
            <a:ext cx="36138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Time-Consuming Attendance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30895" y="3178746"/>
            <a:ext cx="36138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Physical check-ins create queues and consume organizer bandwidth.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0684" y="2719760"/>
            <a:ext cx="4007197" cy="10604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75461" y="2878336"/>
            <a:ext cx="36138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Manual Feedback Analysis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75461" y="3178746"/>
            <a:ext cx="36138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Reading and summarizing hundreds of responses is impractical without AI.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96119" y="3934718"/>
            <a:ext cx="8151763" cy="773534"/>
          </a:xfrm>
          <a:prstGeom prst="roundRect">
            <a:avLst>
              <a:gd name="adj" fmla="val 16237"/>
            </a:avLst>
          </a:prstGeom>
          <a:solidFill>
            <a:srgbClr val="CCFFE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45" y="4134594"/>
            <a:ext cx="174427" cy="1395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9598" y="4106912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Goal: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Build an end-to-end automated event management system powered by n8n workflows and Gemini AI — eliminating manual effort at every stage.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53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Objectives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58838"/>
            <a:ext cx="256952" cy="256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1269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Automated Registration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731764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Trigger workflows on Google Form submission with instant ID generation.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703" y="1058838"/>
            <a:ext cx="256952" cy="256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4703" y="1461269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QR Code Generation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4703" y="1731764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Auto-generate unique QR codes for every registered participant.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56470"/>
            <a:ext cx="256952" cy="256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5890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Email Generation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302939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AI drafts personalized welcome, reminder, and notification emails.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4703" y="2356470"/>
            <a:ext cx="256952" cy="256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4703" y="275890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QR Attendance System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4703" y="302939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Scan-to-check-in via webhook with real-time Google Sheets updates.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54103"/>
            <a:ext cx="256952" cy="256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56534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Feedback Analysis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6119" y="4327029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sentiment scoring and summary generation from feedback forms.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4703" y="3654103"/>
            <a:ext cx="256952" cy="2569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4703" y="4056534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Reduce Organizer Workload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4703" y="4327029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Eliminate repetitive manual tasks so organizers focus on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344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Existing System vs. Proposed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72158"/>
            <a:ext cx="3919165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proposed system replaces every manual touchpoint with intelligent automation — reducing errors, accelerating processing, and improving the participant experience at every stage.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33479" y="1098352"/>
            <a:ext cx="3919165" cy="2453506"/>
          </a:xfrm>
          <a:prstGeom prst="roundRect">
            <a:avLst>
              <a:gd name="adj" fmla="val 471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33479" y="1450553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33479" y="1800374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33479" y="2150194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3479" y="2500015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33479" y="2849835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33479" y="3199656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93098" y="1098352"/>
            <a:ext cx="8030" cy="24535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38315" y="1103114"/>
            <a:ext cx="1954783" cy="347439"/>
          </a:xfrm>
          <a:custGeom>
            <a:avLst/>
            <a:gdLst/>
            <a:ahLst/>
            <a:cxnLst/>
            <a:rect l="l" t="t" r="r" b="b"/>
            <a:pathLst>
              <a:path w="1954783" h="347439">
                <a:moveTo>
                  <a:pt x="96358" y="0"/>
                </a:moveTo>
                <a:lnTo>
                  <a:pt x="1954783" y="0"/>
                </a:lnTo>
                <a:lnTo>
                  <a:pt x="1954783" y="347439"/>
                </a:lnTo>
                <a:lnTo>
                  <a:pt x="0" y="347439"/>
                </a:lnTo>
                <a:lnTo>
                  <a:pt x="0" y="96358"/>
                </a:lnTo>
                <a:arcTo hR="96358" wR="96358" stAng="10800000" swAng="5400000"/>
                <a:close/>
              </a:path>
            </a:pathLst>
          </a:custGeom>
          <a:solidFill>
            <a:srgbClr val="006747"/>
          </a:solidFill>
          <a:ln/>
        </p:spPr>
      </p:sp>
      <p:sp>
        <p:nvSpPr>
          <p:cNvPr id="13" name="Text 11"/>
          <p:cNvSpPr/>
          <p:nvPr/>
        </p:nvSpPr>
        <p:spPr>
          <a:xfrm>
            <a:off x="4866754" y="1177677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Existing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098" y="1103114"/>
            <a:ext cx="1954783" cy="347439"/>
          </a:xfrm>
          <a:custGeom>
            <a:avLst/>
            <a:gdLst/>
            <a:ahLst/>
            <a:cxnLst/>
            <a:rect l="l" t="t" r="r" b="b"/>
            <a:pathLst>
              <a:path w="1954783" h="347439">
                <a:moveTo>
                  <a:pt x="0" y="0"/>
                </a:moveTo>
                <a:lnTo>
                  <a:pt x="1858425" y="0"/>
                </a:lnTo>
                <a:arcTo hR="96358" wR="96358" stAng="16200000" swAng="5400000"/>
                <a:lnTo>
                  <a:pt x="1954783" y="347439"/>
                </a:lnTo>
                <a:lnTo>
                  <a:pt x="0" y="347439"/>
                </a:lnTo>
                <a:lnTo>
                  <a:pt x="0" y="0"/>
                </a:lnTo>
                <a:close/>
              </a:path>
            </a:pathLst>
          </a:custGeom>
          <a:solidFill>
            <a:srgbClr val="335E23"/>
          </a:solidFill>
          <a:ln/>
        </p:spPr>
      </p:sp>
      <p:sp>
        <p:nvSpPr>
          <p:cNvPr id="15" name="Text 13"/>
          <p:cNvSpPr/>
          <p:nvPr/>
        </p:nvSpPr>
        <p:spPr>
          <a:xfrm>
            <a:off x="6823918" y="1177677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6754" y="1527497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Registration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23918" y="1527497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Registration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6754" y="1877318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Emails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23918" y="1877318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AI-Generated Emails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6754" y="2227138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Attendance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23918" y="2227138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QR-Based Attendance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6754" y="2576959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Feedback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23918" y="2576959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Sentiment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6754" y="2926779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Human Error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3918" y="2926779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 Human Error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6754" y="3276600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Time-Consuming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23918" y="3276600"/>
            <a:ext cx="215272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Processing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6119" y="3813795"/>
            <a:ext cx="2639616" cy="938287"/>
          </a:xfrm>
          <a:prstGeom prst="roundRect">
            <a:avLst>
              <a:gd name="adj" fmla="val 1232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320" y="3946996"/>
            <a:ext cx="2373213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Faster Processing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9320" y="4227016"/>
            <a:ext cx="237321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Instant responses instead of delayed manual 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52118" y="3813795"/>
            <a:ext cx="2639690" cy="938287"/>
          </a:xfrm>
          <a:prstGeom prst="roundRect">
            <a:avLst>
              <a:gd name="adj" fmla="val 1232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5319" y="3946996"/>
            <a:ext cx="2373288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Low Error Rate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85319" y="4227016"/>
            <a:ext cx="237328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validation eliminates duplicate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08191" y="3813795"/>
            <a:ext cx="2639690" cy="938287"/>
          </a:xfrm>
          <a:prstGeom prst="roundRect">
            <a:avLst>
              <a:gd name="adj" fmla="val 12323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1393" y="3946996"/>
            <a:ext cx="2373288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AI-Powered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41393" y="4227016"/>
            <a:ext cx="237328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AI handles content generation and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uses a layered, event-driven architecture where Google Workspace acts as the data layer, n8n orchestrates five intelligent workflows, and Gemini AI powers all content generation and analysis.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07021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961632"/>
            <a:ext cx="4058171" cy="368201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723" y="5037237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 Layer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71723" y="5169173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Forms &amp; Sheets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589711" y="4961632"/>
            <a:ext cx="4058171" cy="368201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5315" y="5037237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665315" y="5169173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n8n Workflows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96119" y="5365254"/>
            <a:ext cx="4058171" cy="368201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723" y="5440859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Engine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71723" y="5572795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AI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4589711" y="5365254"/>
            <a:ext cx="4058171" cy="368201"/>
          </a:xfrm>
          <a:prstGeom prst="roundRect">
            <a:avLst>
              <a:gd name="adj" fmla="val 17326"/>
            </a:avLst>
          </a:prstGeom>
          <a:solidFill>
            <a:srgbClr val="D1EFE4"/>
          </a:solidFill>
          <a:ln w="4763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5315" y="5440859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Output Layer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65315" y="5572795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Gmail, Drive, Sheets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0137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Workflows 1–3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210940"/>
            <a:ext cx="1134219" cy="212006"/>
          </a:xfrm>
          <a:prstGeom prst="roundRect">
            <a:avLst>
              <a:gd name="adj" fmla="val 47394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579834" y="1252761"/>
            <a:ext cx="1423988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N8N AUTOMATION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7429"/>
            <a:ext cx="2625626" cy="21379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4231" y="1672605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4695" y="2152501"/>
            <a:ext cx="2308473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Registration &amp; Participant Management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4695" y="2670944"/>
            <a:ext cx="230847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Form submission → Generate Registration ID → Generate QR Code → Upload to Drive → AI Welcome Email → Confirmation Email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9113" y="1577429"/>
            <a:ext cx="2625700" cy="21379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7299" y="1672605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17689" y="2152501"/>
            <a:ext cx="23085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QR Check-In System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17689" y="2452911"/>
            <a:ext cx="230854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Scan QR → Webhook Trigger → Verify Participant → Update Attendance Sheet → Instant Response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2181" y="1577429"/>
            <a:ext cx="2625626" cy="21379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30294" y="1672605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180758" y="2152501"/>
            <a:ext cx="2308473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Reminder Email Automation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0758" y="2670944"/>
            <a:ext cx="230847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Schedule Trigger → Read Google Sheets → Gemini AI drafts reminder → Send via Gmail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96119" y="3869829"/>
            <a:ext cx="8151763" cy="773534"/>
          </a:xfrm>
          <a:prstGeom prst="roundRect">
            <a:avLst>
              <a:gd name="adj" fmla="val 16237"/>
            </a:avLst>
          </a:prstGeom>
          <a:solidFill>
            <a:srgbClr val="CCFF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45" y="4069705"/>
            <a:ext cx="174427" cy="1395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9598" y="4042023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📸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Workflow Screenshots: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n8n canvas for Workflows 1–3, Google Form, generated QR code, and sample AI email output.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5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Workflows 4–5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04045"/>
            <a:ext cx="1151706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446535"/>
            <a:ext cx="143879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N8N AUTOMATION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78868"/>
            <a:ext cx="4004965" cy="1733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2263" y="187523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927" y="2364953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Notification Automation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671465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Participant Data → JavaScript Formatting → Gemini AI personalizes content → Send Notification Email via Gmail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778868"/>
            <a:ext cx="4005039" cy="1733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9061" y="187523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803651" y="2364953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Feedback Analyzer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803651" y="2671465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Feedback Form → Google Sheets → Gemini AI Sentiment Analysis → Generate Summary → Update Sheet with scores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672185"/>
            <a:ext cx="8151763" cy="793775"/>
          </a:xfrm>
          <a:prstGeom prst="roundRect">
            <a:avLst>
              <a:gd name="adj" fmla="val 16074"/>
            </a:avLst>
          </a:prstGeom>
          <a:solidFill>
            <a:srgbClr val="CCFFE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3872954"/>
            <a:ext cx="177180" cy="1417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56816" y="3849365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Workflow Screenshots: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n8n canvas for Workflows 4–5, sample notification email, and AI feedback sentiment summary in Google Sheets.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53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Technologies Used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1893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n8n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Open-source workflow automation orchestrating all five AI pipelines.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51893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Gemini AI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Google's generative AI for email drafting, summarization, and sentiment analysis.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451893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Google Workspace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Forms, Sheets, Drive, and Gmail serve as the data and communication backbone.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43108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JavaScript &amp; Webhooks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73759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logic nodes and webhook triggers enable real-time event handling.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12601" cy="212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43108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QuickChart API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73759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Generates QR codes programmatically within the n8n registration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2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Results, Future Scope &amp;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5561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Achievements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1882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event automation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Instant QR code generation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email &amp; feedback analysis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Reduced manual workload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1652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79738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Certificate generation &amp; WhatsApp integration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 &amp; dashboard analytics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Payment gateway &amp; SMS alerts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Predictive analytics &amp; multilingual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313855"/>
            <a:ext cx="4107135" cy="3171379"/>
          </a:xfrm>
          <a:prstGeom prst="roundRect">
            <a:avLst>
              <a:gd name="adj" fmla="val 6437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145561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1818829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system demonstrates how n8n and Gemini AI can fully automate the event lifecycle — from registration to feedback — with minimal human intervention.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9363" y="2694161"/>
            <a:ext cx="3823618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89363" y="290810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89363" y="3271317"/>
            <a:ext cx="3823618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Questions?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Nayantika Bhattacharya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B.Tech CSE (AI &amp; ML) · KIIT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2026-08-01T18:34:48Z</dcterms:created>
  <dcterms:modified xsi:type="dcterms:W3CDTF">2026-08-01T18:34:48Z</dcterms:modified>
</cp:coreProperties>
</file>